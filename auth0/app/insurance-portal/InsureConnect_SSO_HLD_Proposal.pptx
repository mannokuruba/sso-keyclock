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🛡️  InsureConnect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E"/>
                </a:solidFill>
              </a:rPr>
              <a:t>Enterprise SSO &amp; MFA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</a:rPr>
              <a:t>Business Proposal  ·  B2C Single Sign-On  ·  40,000 MAU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10698480" cy="2743"/>
          </a:xfrm>
          <a:prstGeom prst="rect">
            <a:avLst/>
          </a:prstGeom>
          <a:solidFill>
            <a:srgbClr val="44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46304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358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Auth0 Enterprise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017520"/>
            <a:ext cx="146304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0358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Kubernetes (K8s)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017520"/>
            <a:ext cx="146304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30358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PKCE + MFA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399" y="3017520"/>
            <a:ext cx="146304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19" y="30358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RBAC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3017520"/>
            <a:ext cx="146304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30358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NAIC Compliant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Prepared by: SSO Engineering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April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097280"/>
            <a:ext cx="3017520" cy="512064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F0FE"/>
                </a:solidFill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Monthly Active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99.99%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383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Auth0 SLA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&lt; 200ms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389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Login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937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394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Every Login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Why This Investment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55778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</a:rPr>
              <a:t>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No centralised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945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Each service manages its own login — inconsistent security posture and support burden.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55778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</a:rPr>
              <a:t>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No MFA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1945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Insurance fraud rises 30% YoY. Weak auth is the #1 attack vector (NAIC 2024).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55778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2219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Scaling to 40K MAU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Free-tier Auth0 caps at 7,500 MAU. A production breach costs $4.5M avg (IBM 2024).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657600"/>
            <a:ext cx="55778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794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</a:rP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82219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Compliance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206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NAIC Model Law, SOC 2 Type II, and GDPR require verifiable MFA &amp; audit trails.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Proposed Solution: Auth0 Enterprise B2C + Kubernetes (On-Prem/Any Cloud) — One identity platform, zero password exposure, full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HLD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End-to-End SSO Flow — InsureConnect B2C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40,000 MAU  ·  Kubernetes (On-Prem / Any Cloud)  ·  Auth0 Universal Login  ·  PKCE + MFA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1737360" cy="1371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94560"/>
            <a:ext cx="16459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👤
Customer
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103120"/>
            <a:ext cx="173736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194560"/>
            <a:ext cx="16459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🌐
WAF /
Ingress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173736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194560"/>
            <a:ext cx="16459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☸️
K8s
Cluster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03120"/>
            <a:ext cx="173736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16459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⚛️
InsureConnect
SPA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03120"/>
            <a:ext cx="173736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194560"/>
            <a:ext cx="16459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🔐
Auth0
Universal 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2103120"/>
            <a:ext cx="1737360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2194560"/>
            <a:ext cx="16459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📱
MFA
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79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94760"/>
            <a:ext cx="11430000" cy="45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PKCE Authorization Code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34340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loginWithRedirect() → Auth0 /authorize + code_challenge (S256)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6344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2. User authenticates → MFA OTP challenge via Google Authenticator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98348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3. Auth0 issues Authorization Code → redirects to /callback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30352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4. SDK exchanges code + verifier → ID Token + Access Token + Refresh 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62356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5. Tokens stored in memory (never localStorage) → App renders protected routes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31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Token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ID Token: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Memory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690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Access Token: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690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Memory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038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Refresh Token: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0383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56DB"/>
                </a:solidFill>
              </a:rPr>
              <a:t>Rotation enabled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3858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Cache Location: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3858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</a:rPr>
              <a:t>memory (XSS safe)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AUTH0 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Why Auth0 Enterprise — Free vs Enterprise at 40K MAU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27432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554480"/>
            <a:ext cx="34747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57276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Free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554480"/>
            <a:ext cx="448056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572768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20240"/>
            <a:ext cx="274320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920240"/>
            <a:ext cx="347472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1920240"/>
            <a:ext cx="448056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93852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MAU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9385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7,500 MAU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193852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40,000+ MAU (custom)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95144"/>
            <a:ext cx="27432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2295144"/>
            <a:ext cx="34747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0" y="2295144"/>
            <a:ext cx="44805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134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MFA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3134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Basic OTP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231343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OTP · Biometric · Push · SMS · WebAuthn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70048"/>
            <a:ext cx="274320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2670048"/>
            <a:ext cx="347472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0" y="2670048"/>
            <a:ext cx="448056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6883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Custom Domain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26883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Not available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268833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login.insureconnect.com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44952"/>
            <a:ext cx="27432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3044952"/>
            <a:ext cx="34747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0" y="3044952"/>
            <a:ext cx="44805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632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SLA / Uptime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0632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No SLA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59" y="306324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99.99% uptime SLA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19856"/>
            <a:ext cx="274320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3419856"/>
            <a:ext cx="347472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0" y="3419856"/>
            <a:ext cx="448056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4381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Refresh Token Rotation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43814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Limited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59" y="343814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Full rotation + absolute expiry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794760"/>
            <a:ext cx="27432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91840" y="3794760"/>
            <a:ext cx="34747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0" y="3794760"/>
            <a:ext cx="44805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81304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Anomaly 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38130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Basic brute-force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59" y="381304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Impossible travel · Credential stuffing · Bot detection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169664"/>
            <a:ext cx="274320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91840" y="4169664"/>
            <a:ext cx="347472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2320" y="4169664"/>
            <a:ext cx="448056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1879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Compliance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1879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None certified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59" y="418795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SOC 2 Type II · ISO 27001 · HIPAA-ready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544568"/>
            <a:ext cx="27432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4544568"/>
            <a:ext cx="34747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32320" y="4544568"/>
            <a:ext cx="44805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6285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RBAC / Roles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456285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Limited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59" y="456285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Unlimited roles + fine-grained permissions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919472"/>
            <a:ext cx="274320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91840" y="4919472"/>
            <a:ext cx="347472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32320" y="4919472"/>
            <a:ext cx="448056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937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Log Retention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49377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2 days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59" y="493776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30 days + SIEM log streaming (ELK/Splunk)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294376"/>
            <a:ext cx="27432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91840" y="5294376"/>
            <a:ext cx="34747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32320" y="5294376"/>
            <a:ext cx="44805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31266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Support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53126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Community only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59" y="531266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24/7 Dedicated SLA-backed support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669279"/>
            <a:ext cx="274320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91840" y="5669279"/>
            <a:ext cx="347472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32320" y="5669279"/>
            <a:ext cx="4480560" cy="3749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56875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Enterprise SSO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3280" y="5687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Not available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59" y="568756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SAML 2.0 · OIDC · Active Directory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6044183"/>
            <a:ext cx="27432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291840" y="6044183"/>
            <a:ext cx="347472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32320" y="6044183"/>
            <a:ext cx="44805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60624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Attack Protection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60624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</a:rPr>
              <a:t>Basic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3759" y="606247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A34A"/>
                </a:solidFill>
              </a:rPr>
              <a:t>Advanced + real-time block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AUTH0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Auth0 B2C Pricing — 40,000 MAU Cost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2743200" cy="4480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274320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$0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MAU: 7,500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2926080"/>
            <a:ext cx="2468880" cy="18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Basic OTP MFA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564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No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953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2-day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342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Community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554480"/>
            <a:ext cx="2743200" cy="4480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554480"/>
            <a:ext cx="274320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Essentials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6DB"/>
                </a:solidFill>
              </a:rPr>
              <a:t>~$23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MAU: Up to 10K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926080"/>
            <a:ext cx="2468880" cy="18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0175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OTP MFA included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4564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No 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8953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Standard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3342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Email support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554480"/>
            <a:ext cx="2743200" cy="4480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554480"/>
            <a:ext cx="27432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~$240 /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MAU: Up to 100K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926080"/>
            <a:ext cx="2468880" cy="18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0175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Advanced MFA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4564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Standard SLA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8953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Custom domain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3342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Priority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1554480"/>
            <a:ext cx="2743200" cy="44805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1554480"/>
            <a:ext cx="274320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15727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★ RECOMMENDED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1755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~$1,200–2,500
/ 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MAU: Custom (40K+)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2926080"/>
            <a:ext cx="2468880" cy="18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0175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All MFA factors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4564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99.99% SLA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953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30-day logs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3342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24/7 dedicated support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77316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SAML/OIDC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2120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✓  Attack protection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263640"/>
            <a:ext cx="11612880" cy="274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* Auth0 Enterprise pricing is negotiated annually. 40K MAU estimate based on public MAU tiers. SMS MFA billed separately per message (~$0.05/SMS). Contact Auth0 sales for exact quote.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SSO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SSO Infrastructure Services — Deployment 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On-Premises · Private Cloud · Any Public Cloud · Hybrid  ·  No vendor lock-in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600200"/>
            <a:ext cx="4572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7451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6733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Reverse Proxy / WAF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03911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NGINX + ModSecurity or Cloudflare WAF.
Blocks OWASP Top 10, rate-limits /authorize endpoint.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733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DC2626"/>
                </a:solidFill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756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A56DB"/>
                </a:solidFill>
              </a:rPr>
              <a:t>OSS / ~$20/mo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00200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00200"/>
            <a:ext cx="4572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87451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☸️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16733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Kubernetes (On-Prem or Any)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03911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K8s bare-metal, RKE2, or any managed K8s.
Hosts SPA container. HPA scales on MAU spikes.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16733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DC2626"/>
                </a:solidFill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0756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3A5F"/>
                </a:solidFill>
              </a:rPr>
              <a:t>Infra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88920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78892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6323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2862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Secrets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22783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HashiCorp Vault (OSS) or cloud KMS.
Stores Auth0 Client ID — never in env files.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8620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DC2626"/>
                </a:solidFill>
              </a:rP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2644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7C3AED"/>
                </a:solidFill>
              </a:rPr>
              <a:t>OSS / ~$0/mo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788920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788920"/>
            <a:ext cx="457200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06323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2862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Centralised Logging / SIEM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322783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ELK Stack, Splunk, or Datadog.
Streams Auth0 tenant logs for NAIC audit trail.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8620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A580C"/>
                </a:solidFill>
              </a:rPr>
              <a:t>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2644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</a:rPr>
              <a:t>OSS or licensed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77639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3977639"/>
            <a:ext cx="4572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25195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405079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Container Registry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" y="441655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Harbor (on-prem OSS) or Docker Hub.
Stores signed SPA Docker images securely.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05079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A580C"/>
                </a:solidFill>
              </a:rPr>
              <a:t>REQUIRED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453127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A56DB"/>
                </a:solidFill>
              </a:rPr>
              <a:t>OSS / ~$0/mo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977639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3977639"/>
            <a:ext cx="4572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25195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59" y="405079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DDoS / Rate Limiting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59" y="441655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Cloudflare Free/Pro or on-prem F5/HAProxy.
Protects login endpoint at 40K MAU scale.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405079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A580C"/>
                </a:solidFill>
              </a:rPr>
              <a:t>REQUIRED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4453127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C2626"/>
                </a:solidFill>
              </a:rPr>
              <a:t>~$0–$200/mo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66360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5166360"/>
            <a:ext cx="45720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4406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59" y="5239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Redis Cache (JWKS)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59" y="560527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Redis OSS on-prem or any hosted Redis.
Caches Auth0 public keys — cuts API round-trips.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52395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</a:rPr>
              <a:t>OPTIONAL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56418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OSS / ~$0/mo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5166360"/>
            <a:ext cx="56692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166360"/>
            <a:ext cx="457200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54406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59" y="5239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TLS Certificate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59" y="560527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Let's Encrypt (free) + cert-manager on K8s.
Auto-renews SSL certs for login domain.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52395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A580C"/>
                </a:solidFill>
              </a:rPr>
              <a:t>REQUIRED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56418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</a:rPr>
              <a:t>Free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Security Layers — Defence in Depth for 40K MAU Insurance Portal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45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 1: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47672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984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WAF (NGINX/Cloudflare)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240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Blocks OWASP Top 10, SQLi, XSS at edge before traffic hits K8s ingress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9464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606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DDoS /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28620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Rate-limits credential stuffing attacks on /authorize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91256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227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TLS 1.3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4838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End-to-end encryption. HTTP→HTTPS redirect enforced at ingress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00200"/>
            <a:ext cx="56692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645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 2: Authentication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947672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984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PKCE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40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No client secret in browser. Code verifier prevents auth-code interception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69464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06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MFA Always-On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8620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OTP/Biometric required on every login. acr_values enforced in SDK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27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Brute Force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4838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Auth0 blocks IP after 10 failed attempts. Anomaly detection auto-triggers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931920"/>
            <a:ext cx="56692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9776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 3: Token Security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79392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315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Memory-Only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4572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Tokens never in localStorage/sessionStorage. XSS cannot steal them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901183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49377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Refresh Token Rotation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1937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Every token use issues a new token. Stolen refresh tokens are auto-revoked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522976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5559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Short Expiry (1hr)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58155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ID tokens expire in 1 hour. Minimises blast radius of any token leak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931920"/>
            <a:ext cx="566928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9776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 4: Application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279392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315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ProtectedRoute RBAC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572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Every route checks auth + role before rendering. No UI bypass possible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901183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9377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X-Frame-Options DENY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1937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Clickjacking blocked at HTML level on all pages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522976"/>
            <a:ext cx="5669280" cy="6217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559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✓  CSP frame-ancestors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8155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Content Security Policy blocks iframe embedding from any origin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BUDGET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Total Monthly Investment — 40,000 MAU SSO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53035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819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Auth0 Enterprise (B2C)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01952"/>
            <a:ext cx="53035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Base Platform — 40K MAU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920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293B"/>
                </a:solidFill>
              </a:rPr>
              <a:t>~$1,200 – $2,500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31136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942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MFA (OTP, Biometric, Push)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2494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Included in Enterprise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0320"/>
            <a:ext cx="53035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786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Custom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578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Included in Enterprise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89504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077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Attack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9077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Included in Enterprise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18688"/>
            <a:ext cx="53035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369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Log Streaming to SIEM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2369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Included in Enterprise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661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24/7 SLA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566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Included in Enterprise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877056"/>
            <a:ext cx="53035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8953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SMS MFA (if enabled)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895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293B"/>
                </a:solidFill>
              </a:rPr>
              <a:t>~$0.05 per SMS 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554480"/>
            <a:ext cx="57607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5819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SSO Infrastructure (On-Prem / Any Cloud)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901952"/>
            <a:ext cx="57607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9202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Reverse Proxy / WAF (NGINX + ModSec)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192024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OSS — $0 licence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2231136"/>
            <a:ext cx="5760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24942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Kubernetes (on-prem bare-metal / RKE2)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2494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Existing infra 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560320"/>
            <a:ext cx="57607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25786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Secrets Mgmt — HashiCorp Vault 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57860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OSS — $0 licence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889504"/>
            <a:ext cx="5760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90779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Container Registry — Harbor OSS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90779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OSS — $0 licence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218688"/>
            <a:ext cx="57607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2369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Centralised Logging — ELK Stack OSS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2369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OSS — $0 licence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547872"/>
            <a:ext cx="5760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35661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Redis OSS (JWKS cache)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5661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OSS — $0 licence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3877056"/>
            <a:ext cx="57607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389534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TLS — Let's Encrypt + cert-manager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8953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Free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251960"/>
            <a:ext cx="11430000" cy="45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343400"/>
            <a:ext cx="5303520" cy="10058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407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Auth0 Enterprise Total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</a:rPr>
              <a:t>~$1,200 – $2,500 / month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343400"/>
            <a:ext cx="5760720" cy="10058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72200" y="4407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SSO Infrastructure Licence Cost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4709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</a:rPr>
              <a:t>$0 / month  (all OSS)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486400"/>
            <a:ext cx="11430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532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ESTIMATED MONTHLY INVESTMENT (SSO Platform — Auth0 only)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7044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0FE"/>
                </a:solidFill>
              </a:rPr>
              <a:t>~$1,200 – $2,500 / month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532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8A04"/>
                </a:solidFill>
              </a:rPr>
              <a:t>~$0.03 – $0.06
per MAU /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InsureConnect  |  SSO Enterprise Architecture Proposal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0FE"/>
                </a:solidFill>
              </a:rPr>
              <a:t>B2C · 40K MAU · Auth0 +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BBCC"/>
                </a:solidFill>
              </a:rPr>
              <a:t>CONFIDENTIAL — FOR INTERNAL BUSINESS PROPOSAL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3-Phase Implementation Roadmap — SSO to 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54480"/>
            <a:ext cx="3749039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572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Month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01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57400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848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✓  Auth0 Enterprise tenant provisioning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9464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968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✓  Custom domain: login.insureconnect.com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81528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✓  SPA PKCE integration (Auth0 React SDK)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93592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2102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✓  MFA policy: Always-on OTP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05656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33087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✓  Auth0 Actions: AMR + Roles injection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17720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✓  HashiCorp Vault — secrets setup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29784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572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✓  Dev environment HTTPS 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554480"/>
            <a:ext cx="3749039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1572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572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Month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1801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K8s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2057400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20848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K8s cluster setup (on-prem / any cloud)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2569464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25968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NGINX Ingress + WAF (ModSecurity) rules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3081528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31089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Harbor registry + CI/CD pipeline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3593592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362102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ELK / SIEM log streaming from Auth0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4105656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133087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RBAC roles: customer / agent / admin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4617720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464515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DDoS Protection Standard enabled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5129784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51572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Session timeout + silent refresh testing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79" y="1554480"/>
            <a:ext cx="3749039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1572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59" y="1572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CCFF"/>
                </a:solidFill>
              </a:rPr>
              <a:t>Month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1801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Enterprise Hardening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2057400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20848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Auth0 Attack Protection fine-tuning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79" y="2569464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25968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Impossible travel + bot detection rules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3081528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31089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SAML/OIDC enterprise SSO connections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3593592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362102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SOC 2 audit trail verification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4105656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4133087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Load test: 40K concurrent MAU simulation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4617720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464515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Penetration test (OWASP Top 10)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5129784"/>
            <a:ext cx="3749039" cy="5120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1040" y="51572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○  Go-live + hypercare support 2 weeks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806440"/>
            <a:ext cx="1152144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5760720"/>
            <a:ext cx="1371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-137160" y="61996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Start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01414" y="5760720"/>
            <a:ext cx="1371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44214" y="61996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Phase 1 Complete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82788" y="5760720"/>
            <a:ext cx="1371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25588" y="61996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Phase 2 Complete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475719" y="5760720"/>
            <a:ext cx="1371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18519" y="61996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Recommendation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InsureConnect · B2C SSO · 40,000 MAU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94360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Purchase Auth0 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Negotiate a 12-month contract for 40K MAU B2C.
Est. $1,200–$2,500/month. Request 30-day PoC trial.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577840" cy="192024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94360" cy="1920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933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 on K8s (On-Prem)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4688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Use existing on-prem K8s + NGINX ingress.
HashiCorp Vault for secrets. All OSS — $0 licence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5577840" cy="192024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94360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507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Enable Custom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262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login.insureconnect.com via Auth0 custom domain.
Builds brand trust and removes Auth0 branding.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86200"/>
            <a:ext cx="5577840" cy="192024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94360" cy="1920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507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Begin Phase 1 in 2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5262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Auth0 tenant + PKCE SPA integration is already
built and tested. Phase 1 can start immediately.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Auth0 Enterprise:  ~$1,200 – $2,500 / month   ·   SSO Infrastructure: $0 OSS licence   ·   Per user: ~$0.03 – $0.06 / MAU   ·   3 months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